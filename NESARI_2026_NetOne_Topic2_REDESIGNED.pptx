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3" r:id="rId6"/>
    <p:sldId id="264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908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3840480"/>
            <a:ext cx="3108960" cy="3108960"/>
          </a:xfrm>
          <a:prstGeom prst="rect">
            <a:avLst/>
          </a:prstGeom>
          <a:ln w="25400">
            <a:solidFill>
              <a:srgbClr val="3431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846320"/>
            <a:ext cx="2103120" cy="2103120"/>
          </a:xfrm>
          <a:prstGeom prst="rect">
            <a:avLst/>
          </a:prstGeom>
          <a:solidFill>
            <a:srgbClr val="23214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155448" cy="155448"/>
          </a:xfrm>
          <a:prstGeom prst="rect">
            <a:avLst/>
          </a:prstGeom>
          <a:solidFill>
            <a:srgbClr val="F5B10E"/>
          </a:solidFill>
          <a:ln/>
        </p:spPr>
      </p:sp>
      <p:sp>
        <p:nvSpPr>
          <p:cNvPr id="5" name="Shape 3"/>
          <p:cNvSpPr/>
          <p:nvPr/>
        </p:nvSpPr>
        <p:spPr>
          <a:xfrm>
            <a:off x="742950" y="548640"/>
            <a:ext cx="108814" cy="1088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742950"/>
            <a:ext cx="108814" cy="1088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19633" y="719633"/>
            <a:ext cx="139903" cy="139903"/>
          </a:xfrm>
          <a:prstGeom prst="rect">
            <a:avLst/>
          </a:prstGeom>
          <a:ln w="19050">
            <a:solidFill>
              <a:srgbClr val="F5B10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GREENHEX TEAM     ·     NESARI 2026     ·     NETONE TOPIC 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37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FFD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NETONE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30352" y="2272891"/>
            <a:ext cx="2651760" cy="704088"/>
          </a:xfrm>
          <a:prstGeom prst="rect">
            <a:avLst/>
          </a:prstGeom>
          <a:solidFill>
            <a:srgbClr val="F5B10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15550"/>
            <a:ext cx="2651760" cy="640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18770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ANTENNA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46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OPTIMIZATION FOR WIRELESS NETWORKS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5B10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6177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4617720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130552" y="461772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5B10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30552" y="46177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547872" y="4617720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12464" y="461772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5B10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712464" y="46177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129784" y="4617720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94376" y="461772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5B10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94376" y="46177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11696" y="4617720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76288" y="461772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5B10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76288" y="46177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293608" y="4617720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58200" y="461772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5B10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58200" y="46177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5669280"/>
            <a:ext cx="2926080" cy="0"/>
          </a:xfrm>
          <a:prstGeom prst="line">
            <a:avLst/>
          </a:prstGeom>
          <a:noFill/>
          <a:ln w="19050">
            <a:solidFill>
              <a:srgbClr val="34315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PRESENTERS   </a:t>
            </a:r>
            <a:r>
              <a:rPr lang="en-US" sz="1300" dirty="0">
                <a:solidFill>
                  <a:srgbClr val="C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300" dirty="0" err="1">
                <a:solidFill>
                  <a:srgbClr val="C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GreenHex</a:t>
            </a:r>
            <a:r>
              <a:rPr lang="en-US" sz="1300" dirty="0">
                <a:solidFill>
                  <a:srgbClr val="C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Inc. Team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GreenHex  ·  NESARI 2026  ·  NetOne Topic 2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55448" cy="155448"/>
          </a:xfrm>
          <a:prstGeom prst="rect">
            <a:avLst/>
          </a:prstGeom>
          <a:solidFill>
            <a:srgbClr val="F5B10E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30352"/>
            <a:ext cx="108814" cy="108814"/>
          </a:xfrm>
          <a:prstGeom prst="rect">
            <a:avLst/>
          </a:prstGeom>
          <a:solidFill>
            <a:srgbClr val="2B2A4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24662"/>
            <a:ext cx="108814" cy="108814"/>
          </a:xfrm>
          <a:prstGeom prst="rect">
            <a:avLst/>
          </a:prstGeom>
          <a:solidFill>
            <a:srgbClr val="2B2A4C"/>
          </a:solidFill>
          <a:ln/>
        </p:spPr>
      </p:sp>
      <p:sp>
        <p:nvSpPr>
          <p:cNvPr id="5" name="Shape 3"/>
          <p:cNvSpPr/>
          <p:nvPr/>
        </p:nvSpPr>
        <p:spPr>
          <a:xfrm>
            <a:off x="719633" y="701345"/>
            <a:ext cx="139903" cy="139903"/>
          </a:xfrm>
          <a:prstGeom prst="rect">
            <a:avLst/>
          </a:prstGeom>
          <a:ln w="19050">
            <a:solidFill>
              <a:srgbClr val="F5B10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5577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E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1296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that can't keep up with demand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577840" cy="4206240"/>
          </a:xfrm>
          <a:prstGeom prst="roundRect">
            <a:avLst>
              <a:gd name="adj" fmla="val 2609"/>
            </a:avLst>
          </a:prstGeom>
          <a:solidFill>
            <a:srgbClr val="2B2A4C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6974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E7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coverage and capacity shift with subscriber demand through the day. Fixed antenna settings can't track those changes, so parts of the network are over-served while others starve.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3434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A9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need a way to read conditions and know when a configuration change would actually improve service.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400800" y="187452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5B10E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12280" y="2240280"/>
            <a:ext cx="822960" cy="822960"/>
          </a:xfrm>
          <a:prstGeom prst="ellipse">
            <a:avLst/>
          </a:prstGeom>
          <a:solidFill>
            <a:srgbClr val="23214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1228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REDEFINED QUESTION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329184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AI-driven antennas rotate base stations toward peak demand to improve coverage and performance?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GreenHex  ·  NESARI 2026  ·  NetOne Topic 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585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55448" cy="155448"/>
          </a:xfrm>
          <a:prstGeom prst="rect">
            <a:avLst/>
          </a:prstGeom>
          <a:solidFill>
            <a:srgbClr val="F5B10E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30352"/>
            <a:ext cx="108814" cy="108814"/>
          </a:xfrm>
          <a:prstGeom prst="rect">
            <a:avLst/>
          </a:prstGeom>
          <a:solidFill>
            <a:srgbClr val="2B2A4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24662"/>
            <a:ext cx="108814" cy="108814"/>
          </a:xfrm>
          <a:prstGeom prst="rect">
            <a:avLst/>
          </a:prstGeom>
          <a:solidFill>
            <a:srgbClr val="2B2A4C"/>
          </a:solidFill>
          <a:ln/>
        </p:spPr>
      </p:sp>
      <p:sp>
        <p:nvSpPr>
          <p:cNvPr id="5" name="Shape 3"/>
          <p:cNvSpPr/>
          <p:nvPr/>
        </p:nvSpPr>
        <p:spPr>
          <a:xfrm>
            <a:off x="719633" y="701345"/>
            <a:ext cx="139903" cy="139903"/>
          </a:xfrm>
          <a:prstGeom prst="rect">
            <a:avLst/>
          </a:prstGeom>
          <a:ln w="19050">
            <a:solidFill>
              <a:srgbClr val="F5B10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5577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E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SET OUT TO DO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01345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49808" y="19842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68096" y="2651760"/>
            <a:ext cx="457200" cy="0"/>
          </a:xfrm>
          <a:prstGeom prst="line">
            <a:avLst/>
          </a:prstGeom>
          <a:noFill/>
          <a:ln w="31750">
            <a:solidFill>
              <a:srgbClr val="F5B10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7157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demand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081528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sectors with high or shifting user demand.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01568" y="178308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02736" y="19842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621024" y="2651760"/>
            <a:ext cx="457200" cy="0"/>
          </a:xfrm>
          <a:prstGeom prst="line">
            <a:avLst/>
          </a:prstGeom>
          <a:noFill/>
          <a:ln w="31750">
            <a:solidFill>
              <a:srgbClr val="F5B10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2736" y="27157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network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02736" y="3081528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coverage and capacity problems early.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54496" y="178308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55664" y="19842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473952" y="2651760"/>
            <a:ext cx="457200" cy="0"/>
          </a:xfrm>
          <a:prstGeom prst="line">
            <a:avLst/>
          </a:prstGeom>
          <a:noFill/>
          <a:ln w="31750">
            <a:solidFill>
              <a:srgbClr val="F5B10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55664" y="27157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 settings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55664" y="3081528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recommended antenna angles.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07424" y="178308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308592" y="19842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9326880" y="2651760"/>
            <a:ext cx="457200" cy="0"/>
          </a:xfrm>
          <a:prstGeom prst="line">
            <a:avLst/>
          </a:prstGeom>
          <a:noFill/>
          <a:ln w="31750">
            <a:solidFill>
              <a:srgbClr val="F5B10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08592" y="27157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antenna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308592" y="3081528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tilt via a servo-driven model.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895344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49808" y="40965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768096" y="4764024"/>
            <a:ext cx="457200" cy="0"/>
          </a:xfrm>
          <a:prstGeom prst="line">
            <a:avLst/>
          </a:prstGeom>
          <a:noFill/>
          <a:ln w="31750">
            <a:solidFill>
              <a:srgbClr val="F5B10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482803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position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" y="5193792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commanded angle with feedback.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401568" y="3895344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3602736" y="40965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3621024" y="4764024"/>
            <a:ext cx="457200" cy="0"/>
          </a:xfrm>
          <a:prstGeom prst="line">
            <a:avLst/>
          </a:prstGeom>
          <a:noFill/>
          <a:ln w="31750">
            <a:solidFill>
              <a:srgbClr val="F5B10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02736" y="482803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impact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602736" y="5193792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before and after.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254496" y="3895344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455664" y="40965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6473952" y="4764024"/>
            <a:ext cx="457200" cy="0"/>
          </a:xfrm>
          <a:prstGeom prst="line">
            <a:avLst/>
          </a:prstGeom>
          <a:noFill/>
          <a:ln w="31750">
            <a:solidFill>
              <a:srgbClr val="F5B10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55664" y="482803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an audit trail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455664" y="5193792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recommendations, approvals, outcomes.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107424" y="3895344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9308592" y="40965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9326880" y="4764024"/>
            <a:ext cx="457200" cy="0"/>
          </a:xfrm>
          <a:prstGeom prst="line">
            <a:avLst/>
          </a:prstGeom>
          <a:noFill/>
          <a:ln w="31750">
            <a:solidFill>
              <a:srgbClr val="F5B10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308592" y="482803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industry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9308592" y="5193792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to real Remote Electrical Tilt gear.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GreenHex  ·  NESARI 2026  ·  NetOne Topic 2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18585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55448" cy="155448"/>
          </a:xfrm>
          <a:prstGeom prst="rect">
            <a:avLst/>
          </a:prstGeom>
          <a:solidFill>
            <a:srgbClr val="F5B10E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30352"/>
            <a:ext cx="108814" cy="108814"/>
          </a:xfrm>
          <a:prstGeom prst="rect">
            <a:avLst/>
          </a:prstGeom>
          <a:solidFill>
            <a:srgbClr val="2B2A4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24662"/>
            <a:ext cx="108814" cy="108814"/>
          </a:xfrm>
          <a:prstGeom prst="rect">
            <a:avLst/>
          </a:prstGeom>
          <a:solidFill>
            <a:srgbClr val="2B2A4C"/>
          </a:solidFill>
          <a:ln/>
        </p:spPr>
      </p:sp>
      <p:sp>
        <p:nvSpPr>
          <p:cNvPr id="5" name="Shape 3"/>
          <p:cNvSpPr/>
          <p:nvPr/>
        </p:nvSpPr>
        <p:spPr>
          <a:xfrm>
            <a:off x="719633" y="701345"/>
            <a:ext cx="139903" cy="139903"/>
          </a:xfrm>
          <a:prstGeom prst="rect">
            <a:avLst/>
          </a:prstGeom>
          <a:ln w="19050">
            <a:solidFill>
              <a:srgbClr val="F5B10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5577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E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17804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AI-assisted optimization loop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23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reads traffic demand and network KPIs, recommends suitable antenna settings, and applies approved adjustments through a controlled hardware or network-management interface.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737360" cy="777240"/>
          </a:xfrm>
          <a:prstGeom prst="pentagon">
            <a:avLst/>
          </a:prstGeom>
          <a:solidFill>
            <a:srgbClr val="F5B10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7889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395728" y="2788920"/>
            <a:ext cx="1737360" cy="777240"/>
          </a:xfrm>
          <a:prstGeom prst="pentagon">
            <a:avLst/>
          </a:prstGeom>
          <a:solidFill>
            <a:srgbClr val="2B2A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395728" y="27889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42816" y="2788920"/>
            <a:ext cx="1737360" cy="777240"/>
          </a:xfrm>
          <a:prstGeom prst="pentagon">
            <a:avLst/>
          </a:prstGeom>
          <a:solidFill>
            <a:srgbClr val="F5B10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42816" y="27889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89904" y="2788920"/>
            <a:ext cx="1737360" cy="777240"/>
          </a:xfrm>
          <a:prstGeom prst="pentagon">
            <a:avLst/>
          </a:prstGeom>
          <a:solidFill>
            <a:srgbClr val="2B2A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89904" y="27889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36992" y="2788920"/>
            <a:ext cx="1737360" cy="777240"/>
          </a:xfrm>
          <a:prstGeom prst="pentagon">
            <a:avLst/>
          </a:prstGeom>
          <a:solidFill>
            <a:srgbClr val="F5B10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36992" y="27889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784080" y="2788920"/>
            <a:ext cx="1737360" cy="777240"/>
          </a:xfrm>
          <a:prstGeom prst="pentagon">
            <a:avLst/>
          </a:prstGeom>
          <a:solidFill>
            <a:srgbClr val="2B2A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84080" y="27889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continuous — the loop re-runs whenever demand shifts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68680" y="4526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IN SIMULATION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9377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traffic scenarios plus a physical servo-driven antenna model turn a decision into a visible mechanical response.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263640" y="42519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2B2A4C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83680" y="4526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PRODUCTION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9377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9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integrates with NetOne's authorised network-management systems, real measurements, and approved antenna interfaces.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GreenHex  ·  NESARI 2026  ·  NetOne Topic 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8585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55448" cy="155448"/>
          </a:xfrm>
          <a:prstGeom prst="rect">
            <a:avLst/>
          </a:prstGeom>
          <a:solidFill>
            <a:srgbClr val="F5B10E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30352"/>
            <a:ext cx="108814" cy="108814"/>
          </a:xfrm>
          <a:prstGeom prst="rect">
            <a:avLst/>
          </a:prstGeom>
          <a:solidFill>
            <a:srgbClr val="2B2A4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24662"/>
            <a:ext cx="108814" cy="108814"/>
          </a:xfrm>
          <a:prstGeom prst="rect">
            <a:avLst/>
          </a:prstGeom>
          <a:solidFill>
            <a:srgbClr val="2B2A4C"/>
          </a:solidFill>
          <a:ln/>
        </p:spPr>
      </p:sp>
      <p:sp>
        <p:nvSpPr>
          <p:cNvPr id="5" name="Shape 3"/>
          <p:cNvSpPr/>
          <p:nvPr/>
        </p:nvSpPr>
        <p:spPr>
          <a:xfrm>
            <a:off x="719633" y="701345"/>
            <a:ext cx="139903" cy="139903"/>
          </a:xfrm>
          <a:prstGeom prst="rect">
            <a:avLst/>
          </a:prstGeom>
          <a:ln w="19050">
            <a:solidFill>
              <a:srgbClr val="F5B10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5577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E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PIECES FIT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01345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 Architecture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920240"/>
            <a:ext cx="475488" cy="475488"/>
          </a:xfrm>
          <a:prstGeom prst="ellipse">
            <a:avLst/>
          </a:prstGeom>
          <a:solidFill>
            <a:srgbClr val="F5B10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8470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data &amp; monitoring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1945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demand · signal quality · throughput · interference · alarms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06624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2889504"/>
            <a:ext cx="475488" cy="475488"/>
          </a:xfrm>
          <a:prstGeom prst="ellipse">
            <a:avLst/>
          </a:prstGeom>
          <a:solidFill>
            <a:srgbClr val="F5B10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2889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81635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optimization engine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16382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KPIs, recommend settings, estimate the potential improvement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675888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3858768"/>
            <a:ext cx="475488" cy="475488"/>
          </a:xfrm>
          <a:prstGeom prst="ellipse">
            <a:avLst/>
          </a:prstGeom>
          <a:solidFill>
            <a:srgbClr val="F5B10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3858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78561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approval layer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1330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angle limits · authorization · change approval · rollback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645152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" y="4828032"/>
            <a:ext cx="475488" cy="475488"/>
          </a:xfrm>
          <a:prstGeom prst="ellipse">
            <a:avLst/>
          </a:prstGeom>
          <a:solidFill>
            <a:srgbClr val="F5B10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3232" y="4828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7548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&amp; verification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10235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position, recheck KPIs, compare, record the outcome, repeat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366760" y="1737360"/>
            <a:ext cx="3246120" cy="1993392"/>
          </a:xfrm>
          <a:prstGeom prst="roundRect">
            <a:avLst>
              <a:gd name="adj" fmla="val 4587"/>
            </a:avLst>
          </a:prstGeom>
          <a:solidFill>
            <a:srgbClr val="2B2A4C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641080" y="1938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PATH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641080" y="228600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API  →  Arduino  →  Servo  →  Miniature antenna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366760" y="3913632"/>
            <a:ext cx="3246120" cy="1993392"/>
          </a:xfrm>
          <a:prstGeom prst="roundRect">
            <a:avLst>
              <a:gd name="adj" fmla="val 4587"/>
            </a:avLst>
          </a:prstGeom>
          <a:solidFill>
            <a:srgbClr val="F5B10E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64108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3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PATH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641080" y="4462272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3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network interface  →  AISG / RET controller  →  Antenna actuator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GreenHex  ·  NESARI 2026  ·  NetOne Topic 2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585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55448" cy="155448"/>
          </a:xfrm>
          <a:prstGeom prst="rect">
            <a:avLst/>
          </a:prstGeom>
          <a:solidFill>
            <a:srgbClr val="F5B10E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30352"/>
            <a:ext cx="108814" cy="108814"/>
          </a:xfrm>
          <a:prstGeom prst="rect">
            <a:avLst/>
          </a:prstGeom>
          <a:solidFill>
            <a:srgbClr val="2B2A4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24662"/>
            <a:ext cx="108814" cy="108814"/>
          </a:xfrm>
          <a:prstGeom prst="rect">
            <a:avLst/>
          </a:prstGeom>
          <a:solidFill>
            <a:srgbClr val="2B2A4C"/>
          </a:solidFill>
          <a:ln/>
        </p:spPr>
      </p:sp>
      <p:sp>
        <p:nvSpPr>
          <p:cNvPr id="5" name="Shape 3"/>
          <p:cNvSpPr/>
          <p:nvPr/>
        </p:nvSpPr>
        <p:spPr>
          <a:xfrm>
            <a:off x="719633" y="701345"/>
            <a:ext cx="139903" cy="139903"/>
          </a:xfrm>
          <a:prstGeom prst="rect">
            <a:avLst/>
          </a:prstGeom>
          <a:ln w="19050">
            <a:solidFill>
              <a:srgbClr val="F5B10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5577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E6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REAL GEAR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72466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Proper Industrial Components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79" y="3383280"/>
            <a:ext cx="3082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23223D"/>
                </a:solidFill>
                <a:latin typeface="Arial" pitchFamily="34" charset="0"/>
                <a:cs typeface="Arial" pitchFamily="34" charset="-120"/>
              </a:rPr>
              <a:t>Andrew ATM200-A20 Teletilt Actuator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22916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u="sng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r>
              <a:rPr lang="en-US" sz="140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Remotely adjusts electrical downtilt on the antennas.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400" dirty="0">
              <a:solidFill>
                <a:srgbClr val="6E6F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</a:t>
            </a:r>
            <a:r>
              <a:rPr lang="en-US" sz="1400" b="1" i="1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$553.85 *Listed</a:t>
            </a:r>
            <a:endParaRPr lang="en-US" sz="1400" b="1" i="1" dirty="0"/>
          </a:p>
        </p:txBody>
      </p:sp>
      <p:sp>
        <p:nvSpPr>
          <p:cNvPr id="13" name="Shape 11"/>
          <p:cNvSpPr/>
          <p:nvPr/>
        </p:nvSpPr>
        <p:spPr>
          <a:xfrm>
            <a:off x="4352544" y="187452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72584" y="33832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Andrew ATC200-LITE-USB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61637" y="4122916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u="sng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r>
              <a:rPr lang="en-US" sz="140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Provides a controller interface for supported RET actuators.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400" dirty="0">
              <a:solidFill>
                <a:srgbClr val="6E6F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</a:t>
            </a:r>
            <a:r>
              <a:rPr lang="en-US" sz="1400" b="1" i="1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$417.20 *Listed</a:t>
            </a:r>
            <a:endParaRPr lang="en-US" sz="1400" b="1" i="1" dirty="0"/>
          </a:p>
        </p:txBody>
      </p:sp>
      <p:sp>
        <p:nvSpPr>
          <p:cNvPr id="18" name="Shape 16"/>
          <p:cNvSpPr/>
          <p:nvPr/>
        </p:nvSpPr>
        <p:spPr>
          <a:xfrm>
            <a:off x="8156448" y="187452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2E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476488" y="33832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2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MiTAC MA1-NX-16GB Fanless Industrial Edge AI Computer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476488" y="42519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u="sng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r>
              <a:rPr lang="en-US" sz="140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 house the AI model which will be constantly adjusting the actuator.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400" dirty="0">
              <a:solidFill>
                <a:srgbClr val="6E6F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</a:t>
            </a:r>
            <a:r>
              <a:rPr lang="en-US" sz="1400" b="1" i="1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$1,799.95 *Listed </a:t>
            </a:r>
            <a:endParaRPr lang="en-US" sz="1400" b="1" i="1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GreenHex  ·  NESARI 2026  ·  NetOne Topic 2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8585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B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30471A3-8E73-4269-9BD3-0DA73CEFB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48" b="96443" l="3750" r="90000">
                        <a14:foregroundMark x1="7031" y1="28656" x2="11094" y2="65613"/>
                        <a14:foregroundMark x1="11094" y1="65613" x2="10000" y2="69565"/>
                        <a14:foregroundMark x1="67969" y1="91502" x2="59531" y2="92292"/>
                        <a14:foregroundMark x1="63438" y1="94664" x2="67344" y2="96443"/>
                        <a14:foregroundMark x1="57500" y1="10079" x2="44219" y2="8103"/>
                        <a14:foregroundMark x1="67656" y1="10474" x2="66719" y2="6522"/>
                        <a14:foregroundMark x1="36094" y1="7312" x2="32500" y2="4348"/>
                        <a14:foregroundMark x1="3750" y1="22925" x2="4063" y2="32016"/>
                        <a14:backgroundMark x1="70313" y1="55929" x2="80469" y2="63043"/>
                        <a14:backgroundMark x1="86563" y1="53557" x2="78750" y2="55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2950" y="1396204"/>
            <a:ext cx="2571125" cy="203279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779A8DE-5648-46E2-963F-CF763D9226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4444" r="96000">
                        <a14:foregroundMark x1="25556" y1="35778" x2="42222" y2="32667"/>
                        <a14:foregroundMark x1="42222" y1="32667" x2="34222" y2="41778"/>
                        <a14:foregroundMark x1="11556" y1="54889" x2="18667" y2="47778"/>
                        <a14:foregroundMark x1="8667" y1="55778" x2="9778" y2="47778"/>
                        <a14:foregroundMark x1="63111" y1="44000" x2="79111" y2="43111"/>
                        <a14:foregroundMark x1="79111" y1="43111" x2="65111" y2="32222"/>
                        <a14:foregroundMark x1="65111" y1="32222" x2="62222" y2="42222"/>
                        <a14:foregroundMark x1="78667" y1="32444" x2="96000" y2="36667"/>
                        <a14:foregroundMark x1="74667" y1="58889" x2="86000" y2="69556"/>
                        <a14:foregroundMark x1="86000" y1="69556" x2="96222" y2="56444"/>
                        <a14:foregroundMark x1="96222" y1="56444" x2="82000" y2="50222"/>
                        <a14:foregroundMark x1="82000" y1="50222" x2="74889" y2="57778"/>
                        <a14:foregroundMark x1="4444" y1="49333" x2="4444" y2="54667"/>
                        <a14:foregroundMark x1="52000" y1="55333" x2="41556" y2="60444"/>
                        <a14:foregroundMark x1="45333" y1="53556" x2="37556" y2="56000"/>
                        <a14:foregroundMark x1="45111" y1="53111" x2="42222" y2="54444"/>
                        <a14:backgroundMark x1="33333" y1="52222" x2="42000" y2="49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74437" y="771296"/>
            <a:ext cx="3412659" cy="34126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DAF012A-F6F3-4CE5-AF2B-7B3E670FF2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916" b="89451" l="4219" r="97679">
                        <a14:foregroundMark x1="10759" y1="30169" x2="20042" y2="28903"/>
                        <a14:foregroundMark x1="4852" y1="38819" x2="4641" y2="52321"/>
                        <a14:foregroundMark x1="93882" y1="28270" x2="92194" y2="37342"/>
                        <a14:foregroundMark x1="32700" y1="20886" x2="43249" y2="16034"/>
                        <a14:foregroundMark x1="43249" y1="16034" x2="45570" y2="10970"/>
                        <a14:foregroundMark x1="43671" y1="10759" x2="47046" y2="10338"/>
                        <a14:foregroundMark x1="28692" y1="23207" x2="23418" y2="25949"/>
                        <a14:foregroundMark x1="46624" y1="12025" x2="47679" y2="11603"/>
                        <a14:foregroundMark x1="97679" y1="24684" x2="97046" y2="32068"/>
                        <a14:foregroundMark x1="16034" y1="31646" x2="11392" y2="34599"/>
                        <a14:foregroundMark x1="18776" y1="49578" x2="21519" y2="50211"/>
                        <a14:foregroundMark x1="11814" y1="54852" x2="14135" y2="556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6470" y="639166"/>
            <a:ext cx="3139370" cy="313937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D123AE0-843B-404C-8714-EEF4D37C46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54402" y="1655064"/>
            <a:ext cx="2807235" cy="21054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21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522</Words>
  <Application>Microsoft Office PowerPoint</Application>
  <PresentationFormat>Widescreen</PresentationFormat>
  <Paragraphs>114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GreenHex NESARI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GreenHex Team</dc:creator>
  <cp:lastModifiedBy>Dyllan</cp:lastModifiedBy>
  <cp:revision>9</cp:revision>
  <dcterms:created xsi:type="dcterms:W3CDTF">2026-10-23T18:49:32Z</dcterms:created>
  <dcterms:modified xsi:type="dcterms:W3CDTF">2026-10-24T05:43:51Z</dcterms:modified>
</cp:coreProperties>
</file>